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CKATHON_MASTER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937760"/>
            <a:ext cx="3657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INNOVATE4FINLIT HACKATHON 2026 | SUBMISSION DECK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TER">
    <p:bg>
      <p:bgPr>
        <a:solidFill>
          <a:srgbClr val="C84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JEEVIKA (जीविका)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Rural Women Entrepreneurs via Lived Experience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8229600" cy="2011680"/>
          </a:xfrm>
          <a:prstGeom prst="roundRect">
            <a:avLst>
              <a:gd name="adj" fmla="val 2273"/>
            </a:avLst>
          </a:prstGeom>
          <a:solidFill>
            <a:srgbClr val="FFFD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346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Team Name:</a:t>
            </a:r>
            <a:pPr indent="0" marL="0">
              <a:buNone/>
            </a:pPr>
            <a:r>
              <a:rPr lang="en-US" sz="1400" dirty="0">
                <a:solidFill>
                  <a:srgbClr val="2A1B18"/>
                </a:solidFill>
              </a:rPr>
              <a:t> Jeevika NFCE
</a:t>
            </a:r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Team Leader Name:</a:t>
            </a:r>
            <a:pPr indent="0" marL="0">
              <a:buNone/>
            </a:pPr>
            <a:r>
              <a:rPr lang="en-US" sz="1400" dirty="0">
                <a:solidFill>
                  <a:srgbClr val="2A1B18"/>
                </a:solidFill>
              </a:rPr>
              <a:t> Dhwanit Patel
</a:t>
            </a:r>
            <a:pPr indent="0" marL="0">
              <a:buNone/>
            </a:pPr>
            <a:r>
              <a:rPr lang="en-US" sz="1600" b="1" dirty="0">
                <a:solidFill>
                  <a:srgbClr val="C84B31"/>
                </a:solidFill>
              </a:rPr>
              <a:t>Problem Statement:
</a:t>
            </a:r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Financial literacy programs suffer from the 'intention-action gap'. Current modules are pedantic, urban-centric, and heavily text-based, alienating low-literacy demographics. Research shows standard financial education has a negligible 0.09 SD effect on actual behavior. Specifically, 93% of women micro-entrepreneurs mix personal and business funds, and 35% of accounts lie dormant. They don't need quizzes; they need a safe simulation to experience the visceral consequences of financial mismanagement (the debt trap) before making real-world mistakes.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Brief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C84B31"/>
                </a:solidFill>
              </a:rPr>
              <a:t>Core Product Vision: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A voice-first, offline-capable Progressive Web App (PWA) life simulator. The player embodies 'Kavita', making tactile financial decisions across 4 farming seasons. Consequences manifest visually (No text needed).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C84B31"/>
                </a:solidFill>
              </a:rPr>
              <a:t>Target Demographic: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Rural Indian women (25-50), low literacy, shared entry-level Android devices.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C84B31"/>
                </a:solidFill>
              </a:rPr>
              <a:t>The 6 Core Behavioral Mechanics: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1. The Split Wallet: Force physical separation of 'Home' and 'Work' funds.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2. Consequence Engine: Split-screen forecasting of immediate vs future pain.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3. Goal Photo Frame: Emotional anchoring; daughter's photo blurs if savings drop.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4. Debt Snake vs Savings Tree: Visualizing compound interest (Prospect Theory).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5. SHG Accountability: Multiplayer peer-pressure mechanics.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6. Scheme Power-Ups: Bima Vistaar and APY appear as discoverable game abilities.</a:t>
            </a:r>
            <a:endParaRPr lang="en-US" sz="1600" dirty="0"/>
          </a:p>
        </p:txBody>
      </p:sp>
      <p:pic>
        <p:nvPicPr>
          <p:cNvPr id="4" name="Image 0" descr="C:/Users/dhwan/.gemini/antigravity/brain/d595b36d-6fdf-4d07-823a-5201fb5d6124/splash_screen_17747956187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914400"/>
            <a:ext cx="201168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868680"/>
            <a:ext cx="2103120" cy="3749040"/>
          </a:xfrm>
          <a:prstGeom prst="roundRect">
            <a:avLst>
              <a:gd name="adj" fmla="val 2174"/>
            </a:avLst>
          </a:prstGeom>
          <a:solidFill>
            <a:srgbClr val="000000">
              <a:alpha val="0"/>
            </a:srgbClr>
          </a:solidFill>
          <a:ln w="25400">
            <a:solidFill>
              <a:srgbClr val="5A5A5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A. Tech Stack &amp; Environment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731520"/>
          </a:xfrm>
          <a:prstGeom prst="roundRect">
            <a:avLst/>
          </a:prstGeom>
          <a:solidFill>
            <a:srgbClr val="4A7C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Next.js 14 / 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Tailwind &amp; Framer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280160"/>
            <a:ext cx="274320" cy="18288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005840"/>
            <a:ext cx="1828800" cy="731520"/>
          </a:xfrm>
          <a:prstGeom prst="round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State Management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Zustand 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(Client-side JSON)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274320" cy="18288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005840"/>
            <a:ext cx="1645920" cy="731520"/>
          </a:xfrm>
          <a:prstGeom prst="roundRect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05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Audio Delivery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Howler.js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(Pre-cached MP3)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274320" cy="18288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1005840"/>
            <a:ext cx="1554480" cy="731520"/>
          </a:xfrm>
          <a:prstGeom prst="roundRect">
            <a:avLst/>
          </a:prstGeom>
          <a:solidFill>
            <a:srgbClr val="C84B31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005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 Storage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(IndexedDB)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Offline Save State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B. Offline Capabilities for Rural Environments (Low-Bandwidth)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B31"/>
                          </a:solidFill>
                        </a:rPr>
                        <a:t>PWA Service Worker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1B18"/>
                          </a:solidFill>
                        </a:rPr>
                        <a:t>Utilizes Vite/Next PWA plugins to install the app directly to the Android Home screen. After a single initial 5MB fetch, the entire application, including the React component tree, runs entirely offline.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B31"/>
                          </a:solidFill>
                        </a:rPr>
                        <a:t>Audio Caching Strategy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1B18"/>
                          </a:solidFill>
                        </a:rPr>
                        <a:t>Hindi voice narratives are compressed MP3s pre-cached via CacheStorage API. There is zero latency for voice playback in remote areas without internet.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B31"/>
                          </a:solidFill>
                        </a:rPr>
                        <a:t>Zero-Backend Schema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1B18"/>
                          </a:solidFill>
                        </a:rPr>
                        <a:t>To eliminate API timeout errors caused by 2G networks, user progress, session telemetry, and the 'Life Score' are stored via IndexedDB/localStorage. Syncs only when connectivity returns.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Public Repository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solidFill>
            <a:srgbClr val="F8F9F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6D6"/>
                </a:solidFill>
              </a:rPr>
              <a:t>A) Repository Link: https://github.com/Dhwanit-Patel/Jeevika-NFCE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0000"/>
                </a:solidFill>
              </a:rPr>
              <a:t>Email 'ncfe.hackathon@ncfe.org.in' has been granted Read access as per checklist policy.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B31"/>
                </a:solidFill>
              </a:rPr>
              <a:t>B) Mandatory README.md Checklist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Dependencies &amp; Versions (Stack):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• React 18.2 / Next.js 14 / Vite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• TailwindCSS 3.4 (Styling)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• Framer Motion 11.2 (UI Interactions)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• Zustand 4.5.2 (State Management)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Step-by-Step Local Deployment: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git clone https://github.com/Dhwanit-Patel/Jeevika-NFCE.git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cd web  (Navigate to root UI folder)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npm install  (Install dependencies via package.json)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npm run dev  (Starts local VITE server at localhost:5173)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1B18"/>
                </a:solidFill>
              </a:rPr>
              <a:t>Testing Credentials: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• No login required for user evaluation. Gamification relies on persistent local device storage designed for a frictionless start.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Video &amp; Gamification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solidFill>
            <a:srgbClr val="FFEBEB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Video Link: [INSERT UNLISTED YOUTUBE/G-DRIVE LINK HERE] - Functional unedited playthrough.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Gamification Strategy &amp; The 'Rule of Three'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</a:rPr>
              <a:t>1. SEPARATE: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 The physical 'Split Wallet' swipe mechanic forces the differentiation of Household vs Business income.
</a:t>
            </a:r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</a:rPr>
              <a:t>2. PROTECT: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 Scheme power-ups (Bima Vistaar) must be activated BEFORE the random 'Crisis Engine' event occurs (e.g., Husband's injury).
</a:t>
            </a:r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</a:rPr>
              <a:t>3. GROW: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 Good decisions map directly to the visual 'Savings Tree' size.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Rewards vs Penality Incentives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</a:rPr>
              <a:t>Reward: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 Financial growth is represented by the 'Photo Frame' — Kavita sets a savings goal for her daughter's education. Smart savings = A crystal-clear photo. Beautiful UI milestones ('Samajhdar' badges) validate behavior.
</a:t>
            </a:r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</a:rPr>
              <a:t>Penalty: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 Mixing expenses or relying on the antagonist moneylender spawns a 'Debt Snake' that coils around the house, visually increasing psychological dread.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The Submersive Scenario Arc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4114800" cy="2926080"/>
          </a:xfrm>
          <a:prstGeom prst="rect">
            <a:avLst/>
          </a:prstGeom>
          <a:solidFill>
            <a:srgbClr val="FFFDF9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Character: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 Kavita, a rural tailor in Bihar.
</a:t>
            </a:r>
            <a:pPr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Antagonist: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 Seth Ji (High-interest Informal Moneylender).
</a:t>
            </a:r>
            <a:pPr indent="0" marL="0">
              <a:buNone/>
            </a:pPr>
            <a:r>
              <a:rPr lang="en-US" sz="1100" b="1" dirty="0">
                <a:solidFill>
                  <a:srgbClr val="2A1B18"/>
                </a:solidFill>
              </a:rPr>
              <a:t>Gameplay Gameplay: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• Kavita receives ₹12,000 Kharif harvest income. Player physically allocates it.
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• A cyber-scam OTP trap rings the phone—answering incorrectly drains funds immediately.
</a:t>
            </a:r>
            <a:pPr indent="0" marL="0">
              <a:buNone/>
            </a:pPr>
            <a:r>
              <a:rPr lang="en-US" sz="1100" dirty="0">
                <a:solidFill>
                  <a:srgbClr val="2A1B18"/>
                </a:solidFill>
              </a:rPr>
              <a:t>• The 'Crisis Event' strikes mid-season. If she skipped Bima Vistaar, she falls into Seth Ji's 60% APR loan, birthing the Debt Snake.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Prototype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8"/>
                </a:solidFill>
              </a:rPr>
              <a:t>While technically complete as a PWA, the prototype has defined Hackathon scope constraints: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Static Narrative Arrays (Hardcoded Dummies):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The story variables and JSON mapping for 'Episode 1: Kharif Season' are hardcoded. In production, these narrative branches will be fetched dynamically via a Sanity/Supabase CMS so educators can add new vernacular dialects without writing React code.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TTS Voice Narration: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The prototype utilizes static, mock API endpoints corresponding to Voice audio strings to simulate narrative dictation. The ultimate production system will utilize real-time ElevenLabs TTS to instantly support 8 Indian dialects (Bhojpuri, Maithili, etc).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Episode Scope: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B18"/>
                </a:solidFill>
              </a:rPr>
              <a:t>Currently, only 'Episode 1: The Harvest &amp; The Crisis' is fully mapped and playable. The logic engine supports it, but Episodes 2-4 (School Fees, The Festival, Business Expansion) remain in wireframe status.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&amp; Market Alignment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B31"/>
                </a:solidFill>
              </a:rPr>
              <a:t>How this scales into a National Core Infrastructure for Mass Adoption: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</a:rPr>
              <a:t>Self Help Group (SHG) B2B2C Vector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Deployment will target the 12 Million active SHG groups in India. The game includes 'Multiplayer Leaderboards' designed specifically to be projected from one phone during weekly SHG meetings, simulating peer-pressure accountability and rapid network-effect spread.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3200400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The India Stack Bridge (API)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Jeevika is not just a game; it's a lead generator for financial inclusion. The 'Power-Up' mechanics (Bima Vistaar, Jan Dhan) are designed to bridge the intent-action gap by concluding with deep-links directly into partner banking portals or generating pre-filled WhatsApp Bots connecting the user to their local Bank Mitra.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FFFDF9"/>
          </a:solidFill>
          <a:ln w="25400">
            <a:solidFill>
              <a:srgbClr val="C84B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</a:rPr>
              <a:t>White-Label Policy Scaling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By defining scenarios via JSON metadata without recompiling the app, the engine can be white-labeled immediately by RBI, IRDAI, or Private Banks to teach their specific products in distinct regional dialects at zero marginal cost.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Information: The Behavioral Evidence 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8"/>
                </a:solidFill>
              </a:rPr>
              <a:t>Every mechanic in Jeevika is anchored in rigorous econometric and behavioral science RCTs: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9F6F0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B31"/>
                </a:solidFill>
              </a:rPr>
              <a:t>Mechanic 1: The Split Wallet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7C59"/>
                </a:solidFill>
              </a:rPr>
              <a:t>Citation: Study: Drexler, Fischer, Schoar (2014) RCT in Dominican Republic.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Result: Standard accounting training failed. But teaching micro-business owners to physically separate home and business money increased revenues by 19%.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F9F6F0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B31"/>
                </a:solidFill>
              </a:rPr>
              <a:t>Mechanic 2: Visualizing The Consequence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7C59"/>
                </a:solidFill>
              </a:rPr>
              <a:t>Citation: Study: Hershfield et al., 'Future Self Visualization'.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Result: Forcing individuals to visually simulate interactions with their 'future selves' resulted in a 41% higher allocation to savings compared to control groups.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9F6F0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B31"/>
                </a:solidFill>
              </a:rPr>
              <a:t>Mechanic 3: The Daughter's Photo Goal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7C59"/>
                </a:solidFill>
              </a:rPr>
              <a:t>Citation: Study: Soman and Cheema (2011) Savings Earmarking RCT.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B18"/>
                </a:solidFill>
              </a:rPr>
              <a:t>Result: Participants whose savings envelopes had photos of their children printed on them saved 15% more than those with standard envelopes. Abstraction fails; emotional stakes win.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APNI ZINDAGI, APNE FAISLE.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| Innovate4FinLit Submission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Jeevika - Innovate4FinLit Template Exact Submission</dc:title>
  <dc:subject>PptxGenJS Presentation</dc:subject>
  <dc:creator>Dhwanit Patel</dc:creator>
  <cp:lastModifiedBy>Dhwanit Patel</cp:lastModifiedBy>
  <cp:revision>1</cp:revision>
  <dcterms:created xsi:type="dcterms:W3CDTF">2026-03-29T16:41:04Z</dcterms:created>
  <dcterms:modified xsi:type="dcterms:W3CDTF">2026-03-29T16:41:04Z</dcterms:modified>
</cp:coreProperties>
</file>